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289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480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0"/>
            <a:ext cx="2857500" cy="28575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38748" y="1158329"/>
            <a:ext cx="3466356" cy="339030"/>
          </a:xfrm>
          <a:prstGeom prst="roundRect">
            <a:avLst>
              <a:gd name="adj" fmla="val 11238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14980" y="1234529"/>
            <a:ext cx="29138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ПРОГРАММА ЛОЯЛЬНОСТИ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88700" y="1893540"/>
            <a:ext cx="516020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БАЛЛЫ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88700" y="2716560"/>
            <a:ext cx="536659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300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Выполняй задания — копи баллы — получай подарки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81000" y="4754910"/>
            <a:ext cx="22040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КОМПАНИИ «ПОЛАТИ»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программа?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092696"/>
            <a:ext cx="4076700" cy="1087636"/>
          </a:xfrm>
          <a:prstGeom prst="roundRect">
            <a:avLst>
              <a:gd name="adj" fmla="val 7006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51757"/>
            <a:ext cx="407670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283196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АУДИТОРИЯ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1532632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лояльности для всех сотрудников компании ПОЛАТИ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332732"/>
            <a:ext cx="4076700" cy="1087636"/>
          </a:xfrm>
          <a:prstGeom prst="roundRect">
            <a:avLst>
              <a:gd name="adj" fmla="val 7006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3391793"/>
            <a:ext cx="407670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523232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71500" y="2772668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начисляются автоматически за выполнение заданий в приложении ПОЛАТИ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3572768"/>
            <a:ext cx="4076700" cy="1087636"/>
          </a:xfrm>
          <a:prstGeom prst="roundRect">
            <a:avLst>
              <a:gd name="adj" fmla="val 7006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000" y="4631829"/>
            <a:ext cx="4076700" cy="28575"/>
          </a:xfrm>
          <a:prstGeom prst="rect">
            <a:avLst/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763268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78B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 ПРЕИМУЩЕСТВО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71500" y="4012704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никогда не сгорают — копите без ограничений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6300" y="1438573"/>
            <a:ext cx="41582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ВНЕДРЕНИЯ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6300" y="1777603"/>
            <a:ext cx="4076700" cy="769441"/>
          </a:xfrm>
          <a:prstGeom prst="roundRect">
            <a:avLst>
              <a:gd name="adj" fmla="val 9903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8700" y="1930003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6217" y="198715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72100" y="1930003"/>
            <a:ext cx="235737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год — Пилот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72100" y="2208014"/>
            <a:ext cx="23573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рабочих специальностей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6300" y="2661345"/>
            <a:ext cx="4076700" cy="769441"/>
          </a:xfrm>
          <a:prstGeom prst="roundRect">
            <a:avLst>
              <a:gd name="adj" fmla="val 99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38700" y="281374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76217" y="287089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72100" y="2813745"/>
            <a:ext cx="24780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год — Расширение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72100" y="3091755"/>
            <a:ext cx="24780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ИТР и сотрудники центрального офиса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76217" y="375463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99302" y="47549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ПОЛАТИ БАЛЛЫ?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953095"/>
            <a:ext cx="2667000" cy="2330648"/>
          </a:xfrm>
          <a:prstGeom prst="roundRect">
            <a:avLst>
              <a:gd name="adj" fmla="val 4904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3245644"/>
            <a:ext cx="2667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1816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5217" y="127694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1943695"/>
            <a:ext cx="22539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2412206"/>
            <a:ext cx="225399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Выполняй задания из разных категорий: обучение, смены, карьера, лояльность и другие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238500" y="953095"/>
            <a:ext cx="2667000" cy="2330648"/>
          </a:xfrm>
          <a:prstGeom prst="roundRect">
            <a:avLst>
              <a:gd name="adj" fmla="val 4904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38500" y="3245644"/>
            <a:ext cx="2667000" cy="38100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67100" y="11816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42717" y="127694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67100" y="1943695"/>
            <a:ext cx="22539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67100" y="2412206"/>
            <a:ext cx="225399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Накапливай баллы на своём счёте в приложении ПОЛАТИ. Баллы никогда не сгорают!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096000" y="953095"/>
            <a:ext cx="2667000" cy="2330648"/>
          </a:xfrm>
          <a:prstGeom prst="roundRect">
            <a:avLst>
              <a:gd name="adj" fmla="val 4904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0" y="3245644"/>
            <a:ext cx="2667000" cy="38100"/>
          </a:xfrm>
          <a:prstGeom prst="rect">
            <a:avLst/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24600" y="11816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00217" y="127694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4600" y="1943695"/>
            <a:ext cx="22539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8B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ОБМЕНИВАЙ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24600" y="2412206"/>
            <a:ext cx="225399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Обменивай баллы на ценные подарки в интернет-магазине ПОЛАТИ ПАЛАТКА</a:t>
            </a:r>
            <a:endParaRPr lang="en-US" sz="1125" dirty="0"/>
          </a:p>
        </p:txBody>
      </p:sp>
      <p:pic>
        <p:nvPicPr>
          <p:cNvPr id="22" name="Image 0" descr="/tmp/rasterized-gradient-97d23b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26" y="3387179"/>
            <a:ext cx="8382000" cy="140196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5800" y="3741539"/>
            <a:ext cx="711547" cy="944761"/>
          </a:xfrm>
          <a:prstGeom prst="roundRect">
            <a:avLst>
              <a:gd name="adj" fmla="val 16064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914400" y="3893939"/>
            <a:ext cx="25943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1625947" y="3914924"/>
            <a:ext cx="24527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ОБМЕНА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625947" y="4139654"/>
            <a:ext cx="245270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БАЛЛ = 1 РУБЛЬ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6069857" y="3994845"/>
            <a:ext cx="23883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РАСЧЁТ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699302" y="47549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1919" y="1825079"/>
            <a:ext cx="7201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47752" y="2316510"/>
            <a:ext cx="52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 ЗАДАНИЙ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430947" y="3078510"/>
            <a:ext cx="42821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категорий • Более 130 способов заработать баллы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98665" y="47549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что можно получить баллы?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438275"/>
            <a:ext cx="2692450" cy="2667000"/>
          </a:xfrm>
          <a:prstGeom prst="roundRect">
            <a:avLst>
              <a:gd name="adj" fmla="val 357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4076700"/>
            <a:ext cx="269245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590675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1647825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238375"/>
            <a:ext cx="2387650" cy="1714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Велком бонус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Ачивка обучение (прошел обучение в УЦ)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обучение на другую специальность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Золотая Медаль УЦ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25850" y="1304925"/>
            <a:ext cx="2692450" cy="2933700"/>
          </a:xfrm>
          <a:prstGeom prst="roundRect">
            <a:avLst>
              <a:gd name="adj" fmla="val 3538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25850" y="4210050"/>
            <a:ext cx="2692450" cy="28575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8250" y="1457325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92550" y="1514475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78250" y="2105025"/>
            <a:ext cx="2387650" cy="19812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 (за каждый уровень)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Ачивка Герб (за каждый)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Ачивка Кочевник (за каждый уровень)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Ночная Сова (за каждый уровень)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0699" y="1438275"/>
            <a:ext cx="2692450" cy="2667000"/>
          </a:xfrm>
          <a:prstGeom prst="roundRect">
            <a:avLst>
              <a:gd name="adj" fmla="val 357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70699" y="4076700"/>
            <a:ext cx="2692450" cy="28575"/>
          </a:xfrm>
          <a:prstGeom prst="rect">
            <a:avLst/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3099" y="1590675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37399" y="1647825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23099" y="2238375"/>
            <a:ext cx="2387650" cy="1714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Бригадир (первый раз в акт бригадиром)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категории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W в I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должности рабочей специальности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1000" y="4716810"/>
            <a:ext cx="660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1 из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99302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что можно получить баллы?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487984"/>
            <a:ext cx="2692450" cy="2567583"/>
          </a:xfrm>
          <a:prstGeom prst="roundRect">
            <a:avLst>
              <a:gd name="adj" fmla="val 3710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4026991"/>
            <a:ext cx="2692450" cy="28575"/>
          </a:xfrm>
          <a:prstGeom prst="rect">
            <a:avLst/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40384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1697534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УСПЕХУ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288084"/>
            <a:ext cx="2387650" cy="533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на уровень программы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3088184"/>
            <a:ext cx="2387650" cy="814983"/>
          </a:xfrm>
          <a:prstGeom prst="roundRect">
            <a:avLst>
              <a:gd name="adj" fmla="val 7012"/>
            </a:avLst>
          </a:prstGeom>
          <a:solidFill>
            <a:srgbClr val="3333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3183434"/>
            <a:ext cx="22410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ОСОБЫЕ НАГРАДЫ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28650" y="3368129"/>
            <a:ext cx="2241093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Награждение за каждые 500 смен в компании — открывает доступ к эксклюзивным подаркам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25850" y="1256407"/>
            <a:ext cx="2692450" cy="3030587"/>
          </a:xfrm>
          <a:prstGeom prst="roundRect">
            <a:avLst>
              <a:gd name="adj" fmla="val 3538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25850" y="4258419"/>
            <a:ext cx="269245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78250" y="1408807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92550" y="1465957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ЛОЯЛЬНОСТЬ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78250" y="2056507"/>
            <a:ext cx="2387650" cy="1104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БОНУС (разовое достижение уровня)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СТАЖ (переход на уровень)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78250" y="3466207"/>
            <a:ext cx="2387650" cy="668387"/>
          </a:xfrm>
          <a:prstGeom prst="roundRect">
            <a:avLst>
              <a:gd name="adj" fmla="val 8550"/>
            </a:avLst>
          </a:prstGeom>
          <a:solidFill>
            <a:srgbClr val="008C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73500" y="3561457"/>
            <a:ext cx="22410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ПРОГРАММ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473500" y="3746153"/>
            <a:ext cx="224109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за достижения в других программах лояльности ПОЛАТИ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070699" y="1602284"/>
            <a:ext cx="2692450" cy="2338983"/>
          </a:xfrm>
          <a:prstGeom prst="roundRect">
            <a:avLst>
              <a:gd name="adj" fmla="val 4072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0699" y="3912691"/>
            <a:ext cx="2692450" cy="28575"/>
          </a:xfrm>
          <a:prstGeom prst="rect">
            <a:avLst/>
          </a:prstGeom>
          <a:solidFill>
            <a:srgbClr val="D41D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23099" y="1754684"/>
            <a:ext cx="2387650" cy="381000"/>
          </a:xfrm>
          <a:prstGeom prst="roundRect">
            <a:avLst>
              <a:gd name="adj" fmla="val 10000"/>
            </a:avLst>
          </a:prstGeom>
          <a:solidFill>
            <a:srgbClr val="D41D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37399" y="1811834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ОХРАНА ТРУДА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23099" y="2402384"/>
            <a:ext cx="2387650" cy="266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Грамота охраны труда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23099" y="2973884"/>
            <a:ext cx="2387650" cy="814983"/>
          </a:xfrm>
          <a:prstGeom prst="roundRect">
            <a:avLst>
              <a:gd name="adj" fmla="val 7012"/>
            </a:avLst>
          </a:prstGeom>
          <a:solidFill>
            <a:srgbClr val="D41D3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18349" y="3069134"/>
            <a:ext cx="22410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41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СПЕЦИАЛЬНЫЕ ПОДАРКИ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318349" y="3253829"/>
            <a:ext cx="2241093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с наградами по ОТ получают доступ к эксклюзивным подаркам в приложении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81000" y="4716810"/>
            <a:ext cx="660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2 из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99302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что можно получить баллы?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1352550"/>
            <a:ext cx="2047875" cy="2781300"/>
          </a:xfrm>
          <a:prstGeom prst="roundRect">
            <a:avLst>
              <a:gd name="adj" fmla="val 37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4105275"/>
            <a:ext cx="2047875" cy="28575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466850"/>
            <a:ext cx="1819275" cy="361950"/>
          </a:xfrm>
          <a:prstGeom prst="roundRect">
            <a:avLst>
              <a:gd name="adj" fmla="val 10526"/>
            </a:avLst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1514475"/>
            <a:ext cx="1700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МЕЖВАХТА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9100" y="2076450"/>
            <a:ext cx="1819275" cy="1943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на 2-ю вахту после полной 1-й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на 3-ю вахту (для новичков)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Межвахтовый отпуск до 30 дней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66975" y="1667024"/>
            <a:ext cx="2047875" cy="2152352"/>
          </a:xfrm>
          <a:prstGeom prst="roundRect">
            <a:avLst>
              <a:gd name="adj" fmla="val 37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6975" y="3790801"/>
            <a:ext cx="2047875" cy="28575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81275" y="1781324"/>
            <a:ext cx="1819275" cy="361950"/>
          </a:xfrm>
          <a:prstGeom prst="roundRect">
            <a:avLst>
              <a:gd name="adj" fmla="val 10526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57475" y="1828949"/>
            <a:ext cx="1700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ПРИВЕДИ ДРУГА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81275" y="2390924"/>
            <a:ext cx="1819275" cy="5334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 отработал 1 вахту (60-80 смен)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81275" y="3191024"/>
            <a:ext cx="1819275" cy="514052"/>
          </a:xfrm>
          <a:prstGeom prst="roundRect">
            <a:avLst>
              <a:gd name="adj" fmla="val 7412"/>
            </a:avLst>
          </a:prstGeom>
          <a:solidFill>
            <a:srgbClr val="FF67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7475" y="3267224"/>
            <a:ext cx="170021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657475" y="3406229"/>
            <a:ext cx="1700213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Получай баллы за каждого приведённого друга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29150" y="914400"/>
            <a:ext cx="2047875" cy="3657600"/>
          </a:xfrm>
          <a:prstGeom prst="roundRect">
            <a:avLst>
              <a:gd name="adj" fmla="val 37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29150" y="4543425"/>
            <a:ext cx="2047875" cy="28575"/>
          </a:xfrm>
          <a:prstGeom prst="rect">
            <a:avLst/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43450" y="1028700"/>
            <a:ext cx="1819275" cy="361950"/>
          </a:xfrm>
          <a:prstGeom prst="roundRect">
            <a:avLst>
              <a:gd name="adj" fmla="val 10526"/>
            </a:avLst>
          </a:prstGeom>
          <a:solidFill>
            <a:srgbClr val="78B8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650" y="1076325"/>
            <a:ext cx="1700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43450" y="1638300"/>
            <a:ext cx="1819275" cy="28194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Актуализация номера телефона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размера СИЗ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Значимые оценки ИТР (3+ в месяц)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прохождение опроса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Наклейка ПОЛАТИ на машине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91325" y="1428750"/>
            <a:ext cx="2047875" cy="2628900"/>
          </a:xfrm>
          <a:prstGeom prst="roundRect">
            <a:avLst>
              <a:gd name="adj" fmla="val 37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91325" y="4029075"/>
            <a:ext cx="2047875" cy="28575"/>
          </a:xfrm>
          <a:prstGeom prst="rect">
            <a:avLst/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05625" y="1543050"/>
            <a:ext cx="1819275" cy="361950"/>
          </a:xfrm>
          <a:prstGeom prst="roundRect">
            <a:avLst>
              <a:gd name="adj" fmla="val 10526"/>
            </a:avLst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81825" y="1590675"/>
            <a:ext cx="1700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5625" y="2152650"/>
            <a:ext cx="1819275" cy="17907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год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февраля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марта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строителя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рождения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Рождение ребёнка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04800" y="4716810"/>
            <a:ext cx="660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из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75502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42900"/>
            <a:ext cx="43914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можно заработать за год?</a:t>
            </a:r>
            <a:endParaRPr lang="en-US" sz="1950" dirty="0"/>
          </a:p>
        </p:txBody>
      </p:sp>
      <p:pic>
        <p:nvPicPr>
          <p:cNvPr id="4" name="Image 0" descr="/tmp/rasterized-gradient-1ae118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18443"/>
            <a:ext cx="4114800" cy="13562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308943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ПРОГРАММЫ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1526084"/>
            <a:ext cx="38084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71500" y="2097584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заработной платы за год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48200" y="1118443"/>
            <a:ext cx="4114800" cy="1356271"/>
          </a:xfrm>
          <a:prstGeom prst="roundRect">
            <a:avLst>
              <a:gd name="adj" fmla="val 7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48200" y="2446139"/>
            <a:ext cx="4114800" cy="28575"/>
          </a:xfrm>
          <a:prstGeom prst="rect">
            <a:avLst/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38700" y="1308943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180-200 СМЕНАХ В ГОД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38700" y="1526084"/>
            <a:ext cx="38084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11-12 тыс.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838700" y="2097584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баллов в год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1000" y="2608064"/>
            <a:ext cx="8382000" cy="1198066"/>
          </a:xfrm>
          <a:prstGeom prst="roundRect">
            <a:avLst>
              <a:gd name="adj" fmla="val 7950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81000" y="3777555"/>
            <a:ext cx="8382000" cy="28575"/>
          </a:xfrm>
          <a:prstGeom prst="rect">
            <a:avLst/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1500" y="2910929"/>
            <a:ext cx="1677293" cy="361950"/>
          </a:xfrm>
          <a:prstGeom prst="roundRect">
            <a:avLst>
              <a:gd name="adj" fmla="val 10526"/>
            </a:avLst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66750" y="2958554"/>
            <a:ext cx="15165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УСПЕХУ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1500" y="3330029"/>
            <a:ext cx="1710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в отдельном порядке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2439293" y="2760464"/>
            <a:ext cx="3009454" cy="893266"/>
          </a:xfrm>
          <a:prstGeom prst="roundRect">
            <a:avLst>
              <a:gd name="adj" fmla="val 6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525784" y="2874764"/>
            <a:ext cx="28364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смен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25784" y="3053804"/>
            <a:ext cx="283647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525784" y="3392835"/>
            <a:ext cx="28364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баллов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563046" y="2760464"/>
            <a:ext cx="3009454" cy="893266"/>
          </a:xfrm>
          <a:prstGeom prst="roundRect">
            <a:avLst>
              <a:gd name="adj" fmla="val 6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649538" y="2874764"/>
            <a:ext cx="28364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смен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49538" y="3053804"/>
            <a:ext cx="283647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30 000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649538" y="3392835"/>
            <a:ext cx="28364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баллов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3939480"/>
            <a:ext cx="8382000" cy="599926"/>
          </a:xfrm>
          <a:prstGeom prst="roundRect">
            <a:avLst>
              <a:gd name="adj" fmla="val 9526"/>
            </a:avLst>
          </a:prstGeom>
          <a:solidFill>
            <a:srgbClr val="008C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00050" y="3939480"/>
            <a:ext cx="0" cy="599926"/>
          </a:xfrm>
          <a:prstGeom prst="line">
            <a:avLst/>
          </a:prstGeom>
          <a:noFill/>
          <a:ln w="38100">
            <a:solidFill>
              <a:srgbClr val="008C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" y="4053780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РАСЧЁТА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1500" y="4251871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 с 500+ сменами: 11-12 тыс. (основные задания) + 10 000 (ПУТЬ К УСПЕХУ) = до 22 000 баллов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699302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1919" y="1825079"/>
            <a:ext cx="7201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426178" y="2316510"/>
            <a:ext cx="2291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ПОДАРКИ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318245" y="3078510"/>
            <a:ext cx="25075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можно обменять баллы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98665" y="471681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можно обменять баллы?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048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можно обменять на подарки в приложении. Программой предусмотрены 3 типа подарков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1796504"/>
            <a:ext cx="2705100" cy="2504777"/>
          </a:xfrm>
          <a:prstGeom prst="roundRect">
            <a:avLst>
              <a:gd name="adj" fmla="val 38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4272707"/>
            <a:ext cx="2705100" cy="28575"/>
          </a:xfrm>
          <a:prstGeom prst="rect">
            <a:avLst/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94890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8C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1867" y="1987004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400" y="2539454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ПОДАРКИ ЗА ЗАДАНИЯ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2935635"/>
            <a:ext cx="2400300" cy="492323"/>
          </a:xfrm>
          <a:prstGeom prst="roundRect">
            <a:avLst>
              <a:gd name="adj" fmla="val 116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3030885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78B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 С ПЕРВОЙ СМЕНЫ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28650" y="3196530"/>
            <a:ext cx="2253996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получить сразу после начала работы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3656558"/>
            <a:ext cx="2400300" cy="492323"/>
          </a:xfrm>
          <a:prstGeom prst="roundRect">
            <a:avLst>
              <a:gd name="adj" fmla="val 116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3751808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0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ПАЛАТКА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28650" y="3917454"/>
            <a:ext cx="2253996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через интернет-магазин с доставкой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219450" y="1451670"/>
            <a:ext cx="2705100" cy="3194447"/>
          </a:xfrm>
          <a:prstGeom prst="roundRect">
            <a:avLst>
              <a:gd name="adj" fmla="val 3521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19450" y="4617541"/>
            <a:ext cx="2705100" cy="28575"/>
          </a:xfrm>
          <a:prstGeom prst="rect">
            <a:avLst/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71850" y="160407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33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90317" y="164217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71850" y="2194620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УСПЕХУ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71850" y="2590800"/>
            <a:ext cx="2400300" cy="603796"/>
          </a:xfrm>
          <a:prstGeom prst="roundRect">
            <a:avLst>
              <a:gd name="adj" fmla="val 94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67100" y="2686050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 — 500 смен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467100" y="2851696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Открывается первый каталог эксклюзивных подарков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71850" y="3404146"/>
            <a:ext cx="2400300" cy="603796"/>
          </a:xfrm>
          <a:prstGeom prst="roundRect">
            <a:avLst>
              <a:gd name="adj" fmla="val 94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67100" y="3499396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3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— 1000 смен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467100" y="3665041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Открывается расширенный каталог премиум подарков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71850" y="4217491"/>
            <a:ext cx="2400300" cy="276225"/>
          </a:xfrm>
          <a:prstGeom prst="roundRect">
            <a:avLst>
              <a:gd name="adj" fmla="val 20690"/>
            </a:avLst>
          </a:prstGeom>
          <a:solidFill>
            <a:srgbClr val="3333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48050" y="4293691"/>
            <a:ext cx="22928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в приложении, получение на объекте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057900" y="1836390"/>
            <a:ext cx="2705100" cy="2424857"/>
          </a:xfrm>
          <a:prstGeom prst="roundRect">
            <a:avLst>
              <a:gd name="adj" fmla="val 3928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57900" y="4232672"/>
            <a:ext cx="2705100" cy="28575"/>
          </a:xfrm>
          <a:prstGeom prst="rect">
            <a:avLst/>
          </a:prstGeom>
          <a:solidFill>
            <a:srgbClr val="D41D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0300" y="198879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D41D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28767" y="202689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10300" y="2579340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D41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ОХРАНА ТРУДА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0300" y="2975521"/>
            <a:ext cx="2400300" cy="628501"/>
          </a:xfrm>
          <a:prstGeom prst="roundRect">
            <a:avLst>
              <a:gd name="adj" fmla="val 90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05550" y="3070771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D41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СПЕЦИАЛЬНЫЙ ДОСТУП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305550" y="3236416"/>
            <a:ext cx="225399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 сотрудникам с награждением по охране труда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210300" y="3832622"/>
            <a:ext cx="2400300" cy="276225"/>
          </a:xfrm>
          <a:prstGeom prst="roundRect">
            <a:avLst>
              <a:gd name="adj" fmla="val 20690"/>
            </a:avLst>
          </a:prstGeom>
          <a:solidFill>
            <a:srgbClr val="D41D3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86500" y="3908822"/>
            <a:ext cx="22928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в приложении, получение на объекте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635752" y="4754910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2750" y="0"/>
            <a:ext cx="2381250" cy="23812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238500"/>
            <a:ext cx="1905000" cy="1905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81000"/>
            <a:ext cx="43233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 БАЛЛЫ — Главное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26939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379339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09600" y="1583085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Выполняй — Копи — Обменивай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2049810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20221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09600" y="2405955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балл = 1 рубль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57200" y="2872680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302508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09600" y="3228826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никогда не сгорают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667250" y="1226939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1379339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19650" y="1583085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категорий заданий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667250" y="2049810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220221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19650" y="2405955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11-12 тыс. баллов в год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667250" y="2872680"/>
            <a:ext cx="4019550" cy="708571"/>
          </a:xfrm>
          <a:prstGeom prst="roundRect">
            <a:avLst>
              <a:gd name="adj" fmla="val 134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9650" y="302508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ПОДАРКИ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19650" y="3228826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типа подарков в приложении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57200" y="4046339"/>
            <a:ext cx="8229600" cy="716161"/>
          </a:xfrm>
          <a:prstGeom prst="roundRect">
            <a:avLst>
              <a:gd name="adj" fmla="val 159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800" y="4198739"/>
            <a:ext cx="32906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НАЧНИ КОПИТЬ БАЛЛЫ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4396829"/>
            <a:ext cx="329067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8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Скачай приложение ПОЛАТИ и начни копить уже сегодня!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20285" y="4215854"/>
            <a:ext cx="937915" cy="377130"/>
          </a:xfrm>
          <a:prstGeom prst="roundRect">
            <a:avLst>
              <a:gd name="adj" fmla="val 20205"/>
            </a:avLst>
          </a:prstGeom>
          <a:solidFill>
            <a:srgbClr val="FF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10785" y="4311104"/>
            <a:ext cx="5680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ПОЛАТИ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44235" y="4754910"/>
            <a:ext cx="1211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619</Words>
  <Application>Microsoft Office PowerPoint</Application>
  <PresentationFormat>Экран (16:9)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ПОЛАТИ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ПОЛАТИ БАЛЛЫ - Программа лояльности</dc:title>
  <dc:subject>PptxGenJS Presentation</dc:subject>
  <dc:creator>ПОЛАТИ</dc:creator>
  <cp:lastModifiedBy>Николай Козлов</cp:lastModifiedBy>
  <cp:revision>3</cp:revision>
  <dcterms:created xsi:type="dcterms:W3CDTF">2025-12-15T14:43:57Z</dcterms:created>
  <dcterms:modified xsi:type="dcterms:W3CDTF">2025-12-16T15:23:23Z</dcterms:modified>
</cp:coreProperties>
</file>